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8288000" cy="10287000"/>
  <p:notesSz cx="6858000" cy="9144000"/>
  <p:embeddedFontLst>
    <p:embeddedFont>
      <p:font typeface="Arimo" panose="020B0604020202020204" charset="0"/>
      <p:regular r:id="rId8"/>
    </p:embeddedFont>
    <p:embeddedFont>
      <p:font typeface="Arimo Bold" panose="020B0604020202020204" charset="0"/>
      <p:regular r:id="rId9"/>
    </p:embeddedFont>
    <p:embeddedFont>
      <p:font typeface="Arimo Italics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EC0631-BC29-404E-A42E-A474E48EC3E6}" v="5" dt="2026-02-19T23:03:23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2" y="1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3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3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4.png"/><Relationship Id="rId4" Type="http://schemas.openxmlformats.org/officeDocument/2006/relationships/image" Target="../media/image25.sv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74352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7886" y="1394825"/>
            <a:ext cx="7088238" cy="100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SkillVerse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7886" y="2547503"/>
            <a:ext cx="16303523" cy="4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 comprehensive web platform empowering students and professionals to monetise their skills through secure gig marketplace</a:t>
            </a:r>
          </a:p>
        </p:txBody>
      </p:sp>
      <p:sp>
        <p:nvSpPr>
          <p:cNvPr id="8" name="Freeform 8"/>
          <p:cNvSpPr/>
          <p:nvPr/>
        </p:nvSpPr>
        <p:spPr>
          <a:xfrm>
            <a:off x="987476" y="4142927"/>
            <a:ext cx="16313087" cy="5094637"/>
          </a:xfrm>
          <a:custGeom>
            <a:avLst/>
            <a:gdLst/>
            <a:ahLst/>
            <a:cxnLst/>
            <a:rect l="l" t="t" r="r" b="b"/>
            <a:pathLst>
              <a:path w="16313087" h="5094637">
                <a:moveTo>
                  <a:pt x="0" y="0"/>
                </a:moveTo>
                <a:lnTo>
                  <a:pt x="16313086" y="0"/>
                </a:lnTo>
                <a:lnTo>
                  <a:pt x="16313086" y="5094637"/>
                </a:lnTo>
                <a:lnTo>
                  <a:pt x="0" y="50946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285580" y="4127297"/>
            <a:ext cx="3499247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Team Member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61384" y="4127297"/>
            <a:ext cx="3494484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Enrolment No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32427" y="4127297"/>
            <a:ext cx="3494484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Roll No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03478" y="4127297"/>
            <a:ext cx="3499247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Branch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5580" y="4940198"/>
            <a:ext cx="3499247" cy="1116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PATEL KRISH VIPULKUMAR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61384" y="4940198"/>
            <a:ext cx="3494484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24002171310115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2427" y="4940198"/>
            <a:ext cx="3494484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105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03478" y="4940198"/>
            <a:ext cx="3499247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580" y="6206728"/>
            <a:ext cx="3499247" cy="1570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MANSURI MOHAMMADAFTAB FIROJBHAI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61384" y="6206728"/>
            <a:ext cx="3494484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24002171310076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32427" y="6206728"/>
            <a:ext cx="3494484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132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03478" y="6206728"/>
            <a:ext cx="3499247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5580" y="7926886"/>
            <a:ext cx="3499247" cy="1116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PUROHIT MAYUR DINESH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61384" y="7926886"/>
            <a:ext cx="3494484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24002171310127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32427" y="7926886"/>
            <a:ext cx="3494484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131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03478" y="7926886"/>
            <a:ext cx="3499247" cy="66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CST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496" y="77362"/>
            <a:ext cx="910390" cy="953195"/>
            <a:chOff x="0" y="0"/>
            <a:chExt cx="1213853" cy="127092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13866" cy="1270889"/>
            </a:xfrm>
            <a:custGeom>
              <a:avLst/>
              <a:gdLst/>
              <a:ahLst/>
              <a:cxnLst/>
              <a:rect l="l" t="t" r="r" b="b"/>
              <a:pathLst>
                <a:path w="1213866" h="1270889">
                  <a:moveTo>
                    <a:pt x="0" y="0"/>
                  </a:moveTo>
                  <a:lnTo>
                    <a:pt x="1213866" y="0"/>
                  </a:lnTo>
                  <a:lnTo>
                    <a:pt x="1213866" y="1270889"/>
                  </a:lnTo>
                  <a:lnTo>
                    <a:pt x="0" y="1270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4" r="-63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1F18CBB5-9A33-3D14-5F2F-BCB4D46D7DA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5468600" y="13116"/>
            <a:ext cx="2716319" cy="7107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171575"/>
            <a:ext cx="7088238" cy="100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What is SkillVerse?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529335"/>
            <a:ext cx="16303523" cy="1116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SkillVerse is an innovative platform bridging the gap between talent and opportunity through secure, reliable gig marketplace solutions.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965077"/>
            <a:ext cx="5434489" cy="1134046"/>
            <a:chOff x="0" y="0"/>
            <a:chExt cx="7245985" cy="151206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245985" cy="1512062"/>
            </a:xfrm>
            <a:custGeom>
              <a:avLst/>
              <a:gdLst/>
              <a:ahLst/>
              <a:cxnLst/>
              <a:rect l="l" t="t" r="r" b="b"/>
              <a:pathLst>
                <a:path w="7245985" h="1512062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" r="-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75759" y="5306463"/>
            <a:ext cx="3544043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5759" y="5786142"/>
            <a:ext cx="4867427" cy="2224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Finding trusted help is not easy. Students and skilled people both struggle to connect with the right person. There should be a better way.</a:t>
            </a:r>
          </a:p>
          <a:p>
            <a:pPr algn="l">
              <a:lnSpc>
                <a:spcPts val="3561"/>
              </a:lnSpc>
            </a:pPr>
            <a:endParaRPr lang="en-US" sz="2187">
              <a:solidFill>
                <a:srgbClr val="746558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6426698" y="3965077"/>
            <a:ext cx="5434489" cy="1134046"/>
            <a:chOff x="0" y="0"/>
            <a:chExt cx="7245985" cy="1512062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245985" cy="1512062"/>
            </a:xfrm>
            <a:custGeom>
              <a:avLst/>
              <a:gdLst/>
              <a:ahLst/>
              <a:cxnLst/>
              <a:rect l="l" t="t" r="r" b="b"/>
              <a:pathLst>
                <a:path w="7245985" h="1512062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" r="-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10210" y="5306463"/>
            <a:ext cx="3544043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The Solution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10210" y="5786142"/>
            <a:ext cx="4867427" cy="177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 simple platform where skilled people list their services and anyone can hire them safely with real-time chat</a:t>
            </a:r>
          </a:p>
          <a:p>
            <a:pPr algn="l">
              <a:lnSpc>
                <a:spcPts val="3561"/>
              </a:lnSpc>
            </a:pPr>
            <a:endParaRPr lang="en-US" sz="2187">
              <a:solidFill>
                <a:srgbClr val="746558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1861159" y="3965077"/>
            <a:ext cx="5434489" cy="1134046"/>
            <a:chOff x="0" y="0"/>
            <a:chExt cx="7245985" cy="1512062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245985" cy="1512062"/>
            </a:xfrm>
            <a:custGeom>
              <a:avLst/>
              <a:gdLst/>
              <a:ahLst/>
              <a:cxnLst/>
              <a:rect l="l" t="t" r="r" b="b"/>
              <a:pathLst>
                <a:path w="7245985" h="1512062">
                  <a:moveTo>
                    <a:pt x="0" y="0"/>
                  </a:moveTo>
                  <a:lnTo>
                    <a:pt x="7245985" y="0"/>
                  </a:lnTo>
                  <a:lnTo>
                    <a:pt x="7245985" y="1512062"/>
                  </a:lnTo>
                  <a:lnTo>
                    <a:pt x="0" y="151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3" r="-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144670" y="5306463"/>
            <a:ext cx="3544043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Core Idea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44670" y="5786142"/>
            <a:ext cx="4867427" cy="8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Helping skilled people earn money and helping buyers find trusted talent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496" y="77362"/>
            <a:ext cx="910390" cy="953195"/>
            <a:chOff x="0" y="0"/>
            <a:chExt cx="1213853" cy="12709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3866" cy="1270889"/>
            </a:xfrm>
            <a:custGeom>
              <a:avLst/>
              <a:gdLst/>
              <a:ahLst/>
              <a:cxnLst/>
              <a:rect l="l" t="t" r="r" b="b"/>
              <a:pathLst>
                <a:path w="1213866" h="1270889">
                  <a:moveTo>
                    <a:pt x="0" y="0"/>
                  </a:moveTo>
                  <a:lnTo>
                    <a:pt x="1213866" y="0"/>
                  </a:lnTo>
                  <a:lnTo>
                    <a:pt x="1213866" y="1270889"/>
                  </a:lnTo>
                  <a:lnTo>
                    <a:pt x="0" y="1270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4" r="-63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4467295-5ED2-B9F9-37F8-38E7D796F64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5468600" y="13116"/>
            <a:ext cx="2716319" cy="710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71827" y="1068591"/>
            <a:ext cx="5197078" cy="725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1" b="1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Key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71827" y="2003974"/>
            <a:ext cx="14344202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SkillVerse combines powerful functionality with intuitive design to deliver exceptional user experience.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1971827" y="2558948"/>
            <a:ext cx="519703" cy="519703"/>
          </a:xfrm>
          <a:custGeom>
            <a:avLst/>
            <a:gdLst/>
            <a:ahLst/>
            <a:cxnLst/>
            <a:rect l="l" t="t" r="r" b="b"/>
            <a:pathLst>
              <a:path w="519703" h="519703">
                <a:moveTo>
                  <a:pt x="0" y="0"/>
                </a:moveTo>
                <a:lnTo>
                  <a:pt x="519703" y="0"/>
                </a:lnTo>
                <a:lnTo>
                  <a:pt x="519703" y="519703"/>
                </a:lnTo>
                <a:lnTo>
                  <a:pt x="0" y="519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363" b="-636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971827" y="3231061"/>
            <a:ext cx="2598534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AskVera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71827" y="3590030"/>
            <a:ext cx="7076780" cy="96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Groq-powered intelligent chatbot providing instant responses to user queries, offering guidance through platform features, and assisting with transaction processes.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39098" y="2558948"/>
            <a:ext cx="519703" cy="519703"/>
          </a:xfrm>
          <a:custGeom>
            <a:avLst/>
            <a:gdLst/>
            <a:ahLst/>
            <a:cxnLst/>
            <a:rect l="l" t="t" r="r" b="b"/>
            <a:pathLst>
              <a:path w="519703" h="519703">
                <a:moveTo>
                  <a:pt x="0" y="0"/>
                </a:moveTo>
                <a:lnTo>
                  <a:pt x="519703" y="0"/>
                </a:lnTo>
                <a:lnTo>
                  <a:pt x="519703" y="519703"/>
                </a:lnTo>
                <a:lnTo>
                  <a:pt x="0" y="519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909" b="-90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9239098" y="3231061"/>
            <a:ext cx="2598534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Real-Time Chat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39098" y="3590030"/>
            <a:ext cx="7076923" cy="96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WebSocket-enabled instant messaging allowing buyers and sellers to communicate seamlessly, share project details, and negotiate terms in real-time.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971827" y="4854921"/>
            <a:ext cx="519703" cy="519703"/>
          </a:xfrm>
          <a:custGeom>
            <a:avLst/>
            <a:gdLst/>
            <a:ahLst/>
            <a:cxnLst/>
            <a:rect l="l" t="t" r="r" b="b"/>
            <a:pathLst>
              <a:path w="519703" h="519703">
                <a:moveTo>
                  <a:pt x="0" y="0"/>
                </a:moveTo>
                <a:lnTo>
                  <a:pt x="519703" y="0"/>
                </a:lnTo>
                <a:lnTo>
                  <a:pt x="519703" y="519703"/>
                </a:lnTo>
                <a:lnTo>
                  <a:pt x="0" y="5197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5454" b="-545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971827" y="5527034"/>
            <a:ext cx="2598534" cy="36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Smart Notifications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71827" y="5886002"/>
            <a:ext cx="7076780" cy="671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Automated email alerts keeping users informed about order status changes, new messages, payment confirmations, and important platform updates.</a:t>
            </a:r>
          </a:p>
        </p:txBody>
      </p:sp>
      <p:sp>
        <p:nvSpPr>
          <p:cNvPr id="17" name="Freeform 17" descr="preencoded.png"/>
          <p:cNvSpPr/>
          <p:nvPr/>
        </p:nvSpPr>
        <p:spPr>
          <a:xfrm>
            <a:off x="9239098" y="4883648"/>
            <a:ext cx="519703" cy="519703"/>
          </a:xfrm>
          <a:custGeom>
            <a:avLst/>
            <a:gdLst/>
            <a:ahLst/>
            <a:cxnLst/>
            <a:rect l="l" t="t" r="r" b="b"/>
            <a:pathLst>
              <a:path w="519703" h="519703">
                <a:moveTo>
                  <a:pt x="0" y="0"/>
                </a:moveTo>
                <a:lnTo>
                  <a:pt x="519703" y="0"/>
                </a:lnTo>
                <a:lnTo>
                  <a:pt x="519703" y="519704"/>
                </a:lnTo>
                <a:lnTo>
                  <a:pt x="0" y="5197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636" r="-363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9239098" y="5431927"/>
            <a:ext cx="3000223" cy="32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Interactive Dashboards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39098" y="5886002"/>
            <a:ext cx="7076923" cy="96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62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Centralised control panels displaying gigs, orders, and analytics with intuitive visualisations helping users manage their marketplace activities efficiently.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496" y="77362"/>
            <a:ext cx="910390" cy="953195"/>
            <a:chOff x="0" y="0"/>
            <a:chExt cx="1213853" cy="12709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3866" cy="1270889"/>
            </a:xfrm>
            <a:custGeom>
              <a:avLst/>
              <a:gdLst/>
              <a:ahLst/>
              <a:cxnLst/>
              <a:rect l="l" t="t" r="r" b="b"/>
              <a:pathLst>
                <a:path w="1213866" h="1270889">
                  <a:moveTo>
                    <a:pt x="0" y="0"/>
                  </a:moveTo>
                  <a:lnTo>
                    <a:pt x="1213866" y="0"/>
                  </a:lnTo>
                  <a:lnTo>
                    <a:pt x="1213866" y="1270889"/>
                  </a:lnTo>
                  <a:lnTo>
                    <a:pt x="0" y="1270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64" r="-63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12292EA-FB1F-B302-7FA7-470899B0802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5468600" y="13116"/>
            <a:ext cx="2716319" cy="710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807073"/>
            <a:ext cx="7088238" cy="100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6"/>
              </a:lnSpc>
            </a:pPr>
            <a:r>
              <a:rPr lang="en-US" sz="5562" b="1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Technology Stack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164834"/>
            <a:ext cx="16303523" cy="4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SkillVerse is built with modern technology to make the platform fast, reliable, and easy to use on any device.</a:t>
            </a:r>
          </a:p>
        </p:txBody>
      </p:sp>
      <p:sp>
        <p:nvSpPr>
          <p:cNvPr id="8" name="Freeform 8"/>
          <p:cNvSpPr/>
          <p:nvPr/>
        </p:nvSpPr>
        <p:spPr>
          <a:xfrm>
            <a:off x="973188" y="4127897"/>
            <a:ext cx="5283518" cy="4256722"/>
          </a:xfrm>
          <a:custGeom>
            <a:avLst/>
            <a:gdLst/>
            <a:ahLst/>
            <a:cxnLst/>
            <a:rect l="l" t="t" r="r" b="b"/>
            <a:pathLst>
              <a:path w="5283518" h="4256722">
                <a:moveTo>
                  <a:pt x="0" y="0"/>
                </a:moveTo>
                <a:lnTo>
                  <a:pt x="5283518" y="0"/>
                </a:lnTo>
                <a:lnTo>
                  <a:pt x="5283518" y="4256722"/>
                </a:lnTo>
                <a:lnTo>
                  <a:pt x="0" y="425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1030338" y="4185047"/>
            <a:ext cx="5169218" cy="850582"/>
            <a:chOff x="0" y="0"/>
            <a:chExt cx="6892290" cy="11341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892290" cy="1134110"/>
            </a:xfrm>
            <a:custGeom>
              <a:avLst/>
              <a:gdLst/>
              <a:ahLst/>
              <a:cxnLst/>
              <a:rect l="l" t="t" r="r" b="b"/>
              <a:pathLst>
                <a:path w="6892290" h="1134110">
                  <a:moveTo>
                    <a:pt x="0" y="0"/>
                  </a:moveTo>
                  <a:lnTo>
                    <a:pt x="6892290" y="0"/>
                  </a:lnTo>
                  <a:lnTo>
                    <a:pt x="6892290" y="1134110"/>
                  </a:lnTo>
                  <a:lnTo>
                    <a:pt x="0" y="1134110"/>
                  </a:lnTo>
                  <a:close/>
                </a:path>
              </a:pathLst>
            </a:custGeom>
            <a:solidFill>
              <a:srgbClr val="D3C5B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3402359" y="4397578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313859" y="5242922"/>
            <a:ext cx="3544043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3859" y="5722591"/>
            <a:ext cx="4602213" cy="202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HTML5 for semantic structure</a:t>
            </a:r>
          </a:p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CSS3 for responsive styling</a:t>
            </a:r>
          </a:p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JavaScript for interactivity</a:t>
            </a:r>
          </a:p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Bootstrap 5 framework</a:t>
            </a:r>
          </a:p>
        </p:txBody>
      </p:sp>
      <p:sp>
        <p:nvSpPr>
          <p:cNvPr id="14" name="Freeform 14"/>
          <p:cNvSpPr/>
          <p:nvPr/>
        </p:nvSpPr>
        <p:spPr>
          <a:xfrm>
            <a:off x="6502156" y="4127897"/>
            <a:ext cx="5283518" cy="4256722"/>
          </a:xfrm>
          <a:custGeom>
            <a:avLst/>
            <a:gdLst/>
            <a:ahLst/>
            <a:cxnLst/>
            <a:rect l="l" t="t" r="r" b="b"/>
            <a:pathLst>
              <a:path w="5283518" h="4256722">
                <a:moveTo>
                  <a:pt x="0" y="0"/>
                </a:moveTo>
                <a:lnTo>
                  <a:pt x="5283517" y="0"/>
                </a:lnTo>
                <a:lnTo>
                  <a:pt x="5283517" y="4256722"/>
                </a:lnTo>
                <a:lnTo>
                  <a:pt x="0" y="425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6559306" y="4185047"/>
            <a:ext cx="5169218" cy="850582"/>
            <a:chOff x="0" y="0"/>
            <a:chExt cx="6892290" cy="11341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892290" cy="1134110"/>
            </a:xfrm>
            <a:custGeom>
              <a:avLst/>
              <a:gdLst/>
              <a:ahLst/>
              <a:cxnLst/>
              <a:rect l="l" t="t" r="r" b="b"/>
              <a:pathLst>
                <a:path w="6892290" h="1134110">
                  <a:moveTo>
                    <a:pt x="0" y="0"/>
                  </a:moveTo>
                  <a:lnTo>
                    <a:pt x="6892290" y="0"/>
                  </a:lnTo>
                  <a:lnTo>
                    <a:pt x="6892290" y="1134110"/>
                  </a:lnTo>
                  <a:lnTo>
                    <a:pt x="0" y="1134110"/>
                  </a:lnTo>
                  <a:close/>
                </a:path>
              </a:pathLst>
            </a:custGeom>
            <a:solidFill>
              <a:srgbClr val="D3C5B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8931326" y="4397578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333" r="-333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6842817" y="5242922"/>
            <a:ext cx="3544043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42817" y="5722591"/>
            <a:ext cx="4602213" cy="157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Python Flask framework</a:t>
            </a:r>
          </a:p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Flask-SocketIO integration</a:t>
            </a:r>
          </a:p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Flask-Mail for notifications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2031113" y="4127897"/>
            <a:ext cx="5283518" cy="4256722"/>
          </a:xfrm>
          <a:custGeom>
            <a:avLst/>
            <a:gdLst/>
            <a:ahLst/>
            <a:cxnLst/>
            <a:rect l="l" t="t" r="r" b="b"/>
            <a:pathLst>
              <a:path w="5283518" h="4256722">
                <a:moveTo>
                  <a:pt x="0" y="0"/>
                </a:moveTo>
                <a:lnTo>
                  <a:pt x="5283518" y="0"/>
                </a:lnTo>
                <a:lnTo>
                  <a:pt x="5283518" y="4256722"/>
                </a:lnTo>
                <a:lnTo>
                  <a:pt x="0" y="4256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12088263" y="4185047"/>
            <a:ext cx="5169218" cy="850582"/>
            <a:chOff x="0" y="0"/>
            <a:chExt cx="6892290" cy="11341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92290" cy="1134110"/>
            </a:xfrm>
            <a:custGeom>
              <a:avLst/>
              <a:gdLst/>
              <a:ahLst/>
              <a:cxnLst/>
              <a:rect l="l" t="t" r="r" b="b"/>
              <a:pathLst>
                <a:path w="6892290" h="1134110">
                  <a:moveTo>
                    <a:pt x="0" y="0"/>
                  </a:moveTo>
                  <a:lnTo>
                    <a:pt x="6892290" y="0"/>
                  </a:lnTo>
                  <a:lnTo>
                    <a:pt x="6892290" y="1134110"/>
                  </a:lnTo>
                  <a:lnTo>
                    <a:pt x="0" y="1134110"/>
                  </a:lnTo>
                  <a:close/>
                </a:path>
              </a:pathLst>
            </a:custGeom>
            <a:solidFill>
              <a:srgbClr val="D3C5B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14460293" y="4397578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7777" b="-777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2371784" y="5242922"/>
            <a:ext cx="3544043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Database &amp; AI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71784" y="5722591"/>
            <a:ext cx="4602213" cy="202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SQLAlchemy ORM</a:t>
            </a:r>
          </a:p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Relational database</a:t>
            </a:r>
          </a:p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Groq API integration</a:t>
            </a:r>
          </a:p>
          <a:p>
            <a:pPr marL="428813" lvl="2" indent="-142938" algn="l">
              <a:lnSpc>
                <a:spcPts val="3561"/>
              </a:lnSpc>
              <a:buFont typeface="Arial"/>
              <a:buChar char="⚬"/>
            </a:pPr>
            <a:r>
              <a:rPr lang="en-US" sz="2187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AI-powered chatbot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496" y="77362"/>
            <a:ext cx="910390" cy="953195"/>
            <a:chOff x="0" y="0"/>
            <a:chExt cx="1213853" cy="127092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3866" cy="1270889"/>
            </a:xfrm>
            <a:custGeom>
              <a:avLst/>
              <a:gdLst/>
              <a:ahLst/>
              <a:cxnLst/>
              <a:rect l="l" t="t" r="r" b="b"/>
              <a:pathLst>
                <a:path w="1213866" h="1270889">
                  <a:moveTo>
                    <a:pt x="0" y="0"/>
                  </a:moveTo>
                  <a:lnTo>
                    <a:pt x="1213866" y="0"/>
                  </a:lnTo>
                  <a:lnTo>
                    <a:pt x="1213866" y="1270889"/>
                  </a:lnTo>
                  <a:lnTo>
                    <a:pt x="0" y="1270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64" r="-63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176F80AE-356B-CEB2-9ADA-E0758FF4F36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5468600" y="13116"/>
            <a:ext cx="2716319" cy="7107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38030" y="1070667"/>
            <a:ext cx="7050291" cy="737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3" b="1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Conclusion &amp; Future Scope</a:t>
            </a:r>
          </a:p>
        </p:txBody>
      </p:sp>
      <p:sp>
        <p:nvSpPr>
          <p:cNvPr id="7" name="Freeform 7"/>
          <p:cNvSpPr/>
          <p:nvPr/>
        </p:nvSpPr>
        <p:spPr>
          <a:xfrm>
            <a:off x="1823742" y="2110530"/>
            <a:ext cx="14640496" cy="1526381"/>
          </a:xfrm>
          <a:custGeom>
            <a:avLst/>
            <a:gdLst/>
            <a:ahLst/>
            <a:cxnLst/>
            <a:rect l="l" t="t" r="r" b="b"/>
            <a:pathLst>
              <a:path w="14640496" h="1526381">
                <a:moveTo>
                  <a:pt x="0" y="0"/>
                </a:moveTo>
                <a:lnTo>
                  <a:pt x="14640497" y="0"/>
                </a:lnTo>
                <a:lnTo>
                  <a:pt x="14640497" y="1526382"/>
                </a:lnTo>
                <a:lnTo>
                  <a:pt x="0" y="1526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2078241" y="2326929"/>
            <a:ext cx="2647055" cy="36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2061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Project 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78241" y="2676373"/>
            <a:ext cx="14131528" cy="58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2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SkillVerse is a complete platform that connects skilled people with those who need them with verified profiles, and smart AI assistance.</a:t>
            </a:r>
          </a:p>
          <a:p>
            <a:pPr algn="l">
              <a:lnSpc>
                <a:spcPts val="2312"/>
              </a:lnSpc>
            </a:pPr>
            <a:endParaRPr lang="en-US" sz="1625">
              <a:solidFill>
                <a:srgbClr val="746558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38030" y="3802704"/>
            <a:ext cx="4170759" cy="4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484237"/>
                </a:solidFill>
                <a:latin typeface="Arimo Bold"/>
                <a:ea typeface="Arimo Bold"/>
                <a:cs typeface="Arimo Bold"/>
                <a:sym typeface="Arimo Bold"/>
              </a:rPr>
              <a:t>Future Development Plans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49666" y="5460949"/>
            <a:ext cx="2647055" cy="36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2061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Mobile App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49666" y="5810402"/>
            <a:ext cx="6882708" cy="706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Native iOS and Android applications providing on-the-go marketplace access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44000" y="4494009"/>
            <a:ext cx="7305961" cy="846963"/>
            <a:chOff x="0" y="0"/>
            <a:chExt cx="9741281" cy="1129284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9741281" cy="1129284"/>
            </a:xfrm>
            <a:custGeom>
              <a:avLst/>
              <a:gdLst/>
              <a:ahLst/>
              <a:cxnLst/>
              <a:rect l="l" t="t" r="r" b="b"/>
              <a:pathLst>
                <a:path w="9741281" h="1129284">
                  <a:moveTo>
                    <a:pt x="0" y="0"/>
                  </a:moveTo>
                  <a:lnTo>
                    <a:pt x="9741281" y="0"/>
                  </a:lnTo>
                  <a:lnTo>
                    <a:pt x="9741281" y="1129284"/>
                  </a:lnTo>
                  <a:lnTo>
                    <a:pt x="0" y="1129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7" b="-10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355636" y="5460949"/>
            <a:ext cx="2647055" cy="36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2061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Video Calls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55636" y="5810402"/>
            <a:ext cx="6882708" cy="41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Integrated video conferencing for enhanced buyer-seller communication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838030" y="6728069"/>
            <a:ext cx="7305961" cy="846963"/>
            <a:chOff x="0" y="0"/>
            <a:chExt cx="9741281" cy="1129284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9741281" cy="1129284"/>
            </a:xfrm>
            <a:custGeom>
              <a:avLst/>
              <a:gdLst/>
              <a:ahLst/>
              <a:cxnLst/>
              <a:rect l="l" t="t" r="r" b="b"/>
              <a:pathLst>
                <a:path w="9741281" h="1129284">
                  <a:moveTo>
                    <a:pt x="0" y="0"/>
                  </a:moveTo>
                  <a:lnTo>
                    <a:pt x="9741281" y="0"/>
                  </a:lnTo>
                  <a:lnTo>
                    <a:pt x="9741281" y="1129284"/>
                  </a:lnTo>
                  <a:lnTo>
                    <a:pt x="0" y="1129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7" b="-10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049666" y="7695009"/>
            <a:ext cx="2647055" cy="36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2061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Payment Gateway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49666" y="8044453"/>
            <a:ext cx="6882708" cy="41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Stripe and Razorpay integration for seamless payment processing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0" y="6728069"/>
            <a:ext cx="7305961" cy="846963"/>
            <a:chOff x="0" y="0"/>
            <a:chExt cx="9741281" cy="1129284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9741281" cy="1129284"/>
            </a:xfrm>
            <a:custGeom>
              <a:avLst/>
              <a:gdLst/>
              <a:ahLst/>
              <a:cxnLst/>
              <a:rect l="l" t="t" r="r" b="b"/>
              <a:pathLst>
                <a:path w="9741281" h="1129284">
                  <a:moveTo>
                    <a:pt x="0" y="0"/>
                  </a:moveTo>
                  <a:lnTo>
                    <a:pt x="9741281" y="0"/>
                  </a:lnTo>
                  <a:lnTo>
                    <a:pt x="9741281" y="1129284"/>
                  </a:lnTo>
                  <a:lnTo>
                    <a:pt x="0" y="1129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07" b="-10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355636" y="7695009"/>
            <a:ext cx="2647055" cy="36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2061" b="1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Voice Search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55636" y="8044453"/>
            <a:ext cx="6882708" cy="41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Voice-activated gig discovery and platform navigation features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38030" y="8729815"/>
            <a:ext cx="14611941" cy="41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 i="1">
                <a:solidFill>
                  <a:srgbClr val="746558"/>
                </a:solidFill>
                <a:latin typeface="Arimo Italics"/>
                <a:ea typeface="Arimo Italics"/>
                <a:cs typeface="Arimo Italics"/>
                <a:sym typeface="Arimo Italics"/>
              </a:rPr>
              <a:t>SkillVerse — Where Skills Meet Opportunity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496" y="77362"/>
            <a:ext cx="910390" cy="953195"/>
            <a:chOff x="0" y="0"/>
            <a:chExt cx="1213853" cy="127092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13866" cy="1270889"/>
            </a:xfrm>
            <a:custGeom>
              <a:avLst/>
              <a:gdLst/>
              <a:ahLst/>
              <a:cxnLst/>
              <a:rect l="l" t="t" r="r" b="b"/>
              <a:pathLst>
                <a:path w="1213866" h="1270889">
                  <a:moveTo>
                    <a:pt x="0" y="0"/>
                  </a:moveTo>
                  <a:lnTo>
                    <a:pt x="1213866" y="0"/>
                  </a:lnTo>
                  <a:lnTo>
                    <a:pt x="1213866" y="1270889"/>
                  </a:lnTo>
                  <a:lnTo>
                    <a:pt x="0" y="1270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4" r="-63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33" name="Picture 32" descr="A cell phone on a wall&#10;&#10;AI-generated content may be incorrect.">
            <a:extLst>
              <a:ext uri="{FF2B5EF4-FFF2-40B4-BE49-F238E27FC236}">
                <a16:creationId xmlns:a16="http://schemas.microsoft.com/office/drawing/2014/main" id="{2F9384CF-74E9-77AD-22B4-12857B6FD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5803" y="4298315"/>
            <a:ext cx="7305951" cy="117772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6D1102A-8D63-AAB5-6731-8A8ECA992DD0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5468600" y="13116"/>
            <a:ext cx="2716319" cy="710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399</Words>
  <Application>Microsoft Office PowerPoint</Application>
  <PresentationFormat>Custom</PresentationFormat>
  <Paragraphs>100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SkillVerse.pptx</dc:title>
  <cp:lastModifiedBy>MAYUR PUROHIT</cp:lastModifiedBy>
  <cp:revision>4</cp:revision>
  <dcterms:created xsi:type="dcterms:W3CDTF">2006-08-16T00:00:00Z</dcterms:created>
  <dcterms:modified xsi:type="dcterms:W3CDTF">2026-02-19T23:05:58Z</dcterms:modified>
  <dc:identifier>DAHBzgxnvsw</dc:identifier>
</cp:coreProperties>
</file>